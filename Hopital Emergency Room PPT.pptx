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-1952" y="1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B95226E-5C81-0A7E-D446-523941AD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shaqueel ahmed</cp:lastModifiedBy>
  <cp:revision>7</cp:revision>
  <dcterms:created xsi:type="dcterms:W3CDTF">2024-11-24T05:55:51Z</dcterms:created>
  <dcterms:modified xsi:type="dcterms:W3CDTF">2026-07-03T16:10:49Z</dcterms:modified>
</cp:coreProperties>
</file>